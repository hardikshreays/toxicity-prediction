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Predicting Tox21 toxicity from molecular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12 in-vitro toxicity endpoints from a SMILES string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Question: how much accuracy survives on unseen chemical scaffolds?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Phase 1: Morgan fingerprints + RDKit descriptors with LR / RF / XGBoost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Phase 2 (next): GNNs and a hybrid, on the same splits and scorer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B6CB0"/>
                </a:solidFill>
              </a:defRPr>
            </a:pPr>
            <a:r>
              <a:t>Project 8 · Molecular Toxicity Prediction · Phase 1 (ML)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Problem and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Tox21 (MoleculeNet / DeepChem): 7,831 compounds, 12 binary endpoints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NR: nuclear receptors (AR, ER, AhR, aromatase, PPAR-γ); SR: stress response (ARE, ATAD5, HSE, MMP, p53)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Many labels are missing: each endpoint is trained and scored on its labelled rows only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Positives are rare (about 3-15% per endpoint): the metric must respect imbalance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8 unparseable SMILES dropped; salts and counter-ions removed (largest fragment kept)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Charges and stereochemistry deliberately kept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Deduplicated BEFORE splitting: 72 duplicate groups (114 rows) merged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44 (molecule, task) labels conflicted and were set to NaN: assay noise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Final: 7,709 molecules, 2,285 unique Murcko scaffolds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EDA: sparse and imbalanced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Positive rate differs several-fold between endpoints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Missing rate is high on several tasks, so we mask rather than fill with 0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NR-AR / NR-AR-LBD and NR-ER / NR-ER-LBD are strongly correlated</a:t>
            </a:r>
          </a:p>
        </p:txBody>
      </p:sp>
      <p:pic>
        <p:nvPicPr>
          <p:cNvPr id="4" name="Picture 3" descr="eda_label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20220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Splits: why scaffold, not random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Random splits put close analogues in train and test, overstating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scaffold_det: DeepChem convention (largest scaffold groups to train); scaffold_s0-2: balanced, seeded; random_s0-2: reference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Mean test positive rate is 0.103 (scaffold) vs 0.077 (random)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That rate is also the PR-AUC of a random classifier, so compare PR-AUC within a split type</a:t>
            </a:r>
          </a:p>
        </p:txBody>
      </p:sp>
      <p:pic>
        <p:nvPicPr>
          <p:cNvPr id="4" name="Picture 3" descr="eda_split_po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17303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Morgan fingerprint, radius 2, 2048 bits: presence of circular substructures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217 RDKit descriptors: size, polarity, rings, fragment counts (Ipc log-transformed)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Imputer + scaler fit on train rows only, inside a sklearn Pipeline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Ablation (XGB, scaffold_det ROC): r1/1024 0.704, r2/2048 0.696, descriptors only 0.761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Radius and length barely matter; descriptors alone beat every fingerprint setting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Models and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Logistic regression, random forest (500 trees), XGBoost; each on FP and FP+descriptors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One model per endpoint, imbalance handled by class weights / scale_pos_weight (train only)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Small grid tuned on validation PR-AUC; test touched once for reporting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7 splits x 3 seeds; one shared scorer (tox.metrics) for every number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Honest caveat: validation is reused for tuning and early stopping, so val scores are optimistic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Results: test, 12-endpoint mean ± std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ROC scaffold_det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ROC scaffold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ROC 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 scaffold_det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 random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lr_fp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0.775 ± 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0.801 ± 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0.435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lr_fpdesc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0.788 ± 0.039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0.826 ± 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0.463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rf_fp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0.803 ± 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0.833 ± 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0.484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rf_fpdesc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0.839 ± 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0.862 ± 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0.531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xgb_fp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0.767 ± 0.045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0.801 ± 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0.435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xgb_fpdesc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0.813 ± 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0.855 ± 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Result: the scaffold penalty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Best on scaffold_det: rf_fpdesc, ROC 0.782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Same model family loses roughly 0.08-0.11 ROC-AUC moving from random to scaffold splits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The gap is as big as the spread between worst and best classical model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Descriptors help most on unseen scaffolds</a:t>
            </a:r>
          </a:p>
        </p:txBody>
      </p:sp>
      <p:pic>
        <p:nvPicPr>
          <p:cNvPr id="4" name="Picture 3" descr="aml_test_split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400800" cy="2178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What drives predictions? (XGBoost gain)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Descriptors take 35-72% of total gain per endpoint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NR-AhR: fr_benzene, aromatic ring counts: planar polyaromatics, a known AhR ligand trait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SR-MMP: fr_benzene and fr_phenol lead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SR-p53 / SR-HSE: size and surface-area descriptors, not specific groups</a:t>
            </a:r>
          </a:p>
        </p:txBody>
      </p:sp>
      <p:pic>
        <p:nvPicPr>
          <p:cNvPr id="4" name="Picture 3" descr="importance_gain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2682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Recovering substructures behind top bits (NR-AhR)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Highlighted atoms: environment of each top fingerprint bit in an example molecule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Top bits are generic (radius 0-1, present in thousands of molecules): aromatic atoms, not specific toxicophores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Bit collisions mean one bit can stand for several substructures</a:t>
            </a:r>
          </a:p>
        </p:txBody>
      </p:sp>
      <p:pic>
        <p:nvPicPr>
          <p:cNvPr id="4" name="Picture 3" descr="importance_bits_NR-A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11064240" cy="38356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02C"/>
                </a:solidFill>
              </a:defRPr>
            </a:pPr>
            <a:r>
              <a:t>Limitations and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Tox21 are in-vitro screens, not whole-organism toxicity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Labels are noisy and heavily missing; some endpoints have very few positives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A scaffold split is still retrospective, not prospective validation</a:t>
            </a:r>
          </a:p>
          <a:p>
            <a:pPr>
              <a:spcAft>
                <a:spcPts val="1000"/>
              </a:spcAft>
              <a:defRPr sz="1800">
                <a:solidFill>
                  <a:srgbClr val="1A202C"/>
                </a:solidFill>
              </a:defRPr>
            </a:pPr>
            <a:r>
              <a:t>•  Phase 2: GCN / MPNN / AttentiveFP with masked loss, hybrid models, ablations, similarity-bin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